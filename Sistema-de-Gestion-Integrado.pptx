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Tomorrow Bold"/>
      <p:regular r:id="rId201314"/>
    </p:embeddedFont>
    <p:embeddedFont>
      <p:font typeface="Tomorrow ExtraBold"/>
      <p:regular r:id="rId201315"/>
    </p:embeddedFont>
    <p:embeddedFont>
      <p:font typeface="Tomorrow ExtraLight"/>
      <p:regular r:id="rId201316"/>
    </p:embeddedFont>
    <p:embeddedFont>
      <p:font typeface="Tomorrow Light"/>
      <p:regular r:id="rId201317"/>
    </p:embeddedFont>
    <p:embeddedFont>
      <p:font typeface="Tomorrow"/>
      <p:regular r:id="rId201318"/>
    </p:embeddedFont>
    <p:embeddedFont>
      <p:font typeface="Tomorrow Medium"/>
      <p:regular r:id="rId201319"/>
    </p:embeddedFont>
    <p:embeddedFont>
      <p:font typeface="Tomorrow SemiBold"/>
      <p:regular r:id="rId201320"/>
    </p:embeddedFont>
    <p:embeddedFont>
      <p:font typeface="Tomorrow Thin"/>
      <p:regular r:id="rId201321"/>
    </p:embeddedFont>
    <p:embeddedFont>
      <p:font typeface="Tomorrow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440954"/>
            <a:ext cx="3216325" cy="266402"/>
          </a:xfrm>
          <a:prstGeom prst="roundRect">
            <a:avLst>
              <a:gd name="adj" fmla="val 6386"/>
            </a:avLst>
          </a:prstGeom>
          <a:solidFill>
            <a:srgbClr val="272725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483444"/>
            <a:ext cx="350341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ESCUELA TÉCNICA N.º 32 — GRAL. JOSÉ DE SAN MARTÍN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76406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Sistema de Gestión Integrado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62635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SGI — Metalúrgica · Prácticas Profesionalizantes · 6.º 1.ª Computación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Alumno: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Ramiro Garcia Guchea  · 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Duración: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37 días (20 may – 26 jun 2026)  · 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Estado: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Completado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40903"/>
            <a:ext cx="869826" cy="212824"/>
          </a:xfrm>
          <a:prstGeom prst="roundRect">
            <a:avLst>
              <a:gd name="adj" fmla="val 6745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3996854" y="476771"/>
            <a:ext cx="118355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PROBLEMÁTICA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694060"/>
            <a:ext cx="4627066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¿Qué Problema se Detectó?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3925119" y="1219200"/>
            <a:ext cx="4722763" cy="839242"/>
          </a:xfrm>
          <a:prstGeom prst="roundRect">
            <a:avLst>
              <a:gd name="adj" fmla="val 2138"/>
            </a:avLst>
          </a:prstGeom>
          <a:solidFill>
            <a:srgbClr val="3C3C3A"/>
          </a:solidFill>
          <a:ln/>
        </p:spPr>
      </p:sp>
      <p:sp>
        <p:nvSpPr>
          <p:cNvPr id="7" name="Text 4"/>
          <p:cNvSpPr/>
          <p:nvPr/>
        </p:nvSpPr>
        <p:spPr>
          <a:xfrm>
            <a:off x="4044702" y="1338783"/>
            <a:ext cx="285281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GESTIÓN DE USUARIOS Y SEGURIDAD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44702" y="1586136"/>
            <a:ext cx="448359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Sin control de usuarios ni reportes y tampoco tiene un sistema centralizado en roles ni reportes para delegar tareas.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25119" y="2159347"/>
            <a:ext cx="4722763" cy="839242"/>
          </a:xfrm>
          <a:prstGeom prst="roundRect">
            <a:avLst>
              <a:gd name="adj" fmla="val 2138"/>
            </a:avLst>
          </a:prstGeom>
          <a:solidFill>
            <a:srgbClr val="3C3C3A"/>
          </a:solidFill>
          <a:ln/>
        </p:spPr>
      </p:sp>
      <p:sp>
        <p:nvSpPr>
          <p:cNvPr id="10" name="Text 7"/>
          <p:cNvSpPr/>
          <p:nvPr/>
        </p:nvSpPr>
        <p:spPr>
          <a:xfrm>
            <a:off x="4044702" y="2278931"/>
            <a:ext cx="256192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GESTIÓN DE PRODUCTOS Y STOCK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44702" y="2526283"/>
            <a:ext cx="448359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Stock disperso en registros manuales sin visibilidad en tiempo real. Cálculo manual de productos compuestos (kits).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25119" y="3099495"/>
            <a:ext cx="4722763" cy="839242"/>
          </a:xfrm>
          <a:prstGeom prst="roundRect">
            <a:avLst>
              <a:gd name="adj" fmla="val 2138"/>
            </a:avLst>
          </a:prstGeom>
          <a:solidFill>
            <a:srgbClr val="3C3C3A"/>
          </a:solidFill>
          <a:ln/>
        </p:spPr>
      </p:sp>
      <p:sp>
        <p:nvSpPr>
          <p:cNvPr id="13" name="Text 10"/>
          <p:cNvSpPr/>
          <p:nvPr/>
        </p:nvSpPr>
        <p:spPr>
          <a:xfrm>
            <a:off x="4044702" y="3219078"/>
            <a:ext cx="28935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GESTIÓN DE PEDIDOS Y FACTURACIÓN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044702" y="3466430"/>
            <a:ext cx="448359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Sin seguimiento de pedidos ni validación automática de stock. Sin descuento automático de inventario.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25119" y="4039642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3C3C3A"/>
          </a:solidFill>
          <a:ln/>
        </p:spPr>
      </p:sp>
      <p:sp>
        <p:nvSpPr>
          <p:cNvPr id="16" name="Text 13"/>
          <p:cNvSpPr/>
          <p:nvPr/>
        </p:nvSpPr>
        <p:spPr>
          <a:xfrm>
            <a:off x="4044702" y="4159225"/>
            <a:ext cx="300208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INFORMES Y MONITOR DE PRODUCCIÓN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044702" y="4406578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Sin reportes ni monitor visual de producción en tiempo real.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87388"/>
            <a:ext cx="797868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929878"/>
            <a:ext cx="108495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OBJETIVOS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10494"/>
            <a:ext cx="445933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Objetivos del Proyecto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0784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Objetivo General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7105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Desarrollar un SGI para una empresa metalúrgica que centralice usuarios, clientes, productos, stock, pedidos y producción con información en tiempo real.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007840"/>
            <a:ext cx="23761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Objetivos Específicos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371055"/>
            <a:ext cx="3902943" cy="183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Plataforma web accesible desde cualquier navegador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Autenticación y autorización por roles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Gestión integral de usuarios, clientes, productos y stock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Validación automática de stock en pedidos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Monitor de producción en tiempo real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Reportes e indicadores para decisiones operativas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584"/>
            <a:ext cx="863278" cy="233660"/>
          </a:xfrm>
          <a:prstGeom prst="roundRect">
            <a:avLst>
              <a:gd name="adj" fmla="val 6598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3137" y="450056"/>
            <a:ext cx="1166440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TECNOLOGÍAS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91753"/>
            <a:ext cx="4090615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Tecnologías Utilizadas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67792"/>
            <a:ext cx="256952" cy="256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67022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React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96119" y="1940719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Frontend con componentes reutilizables e interfaz dinámica.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703" y="1267792"/>
            <a:ext cx="256952" cy="2569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4703" y="167022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FastAPI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644703" y="1940719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Backend Python, API REST de alto rendimiento con documentación automática.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65425"/>
            <a:ext cx="256952" cy="2569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96785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96119" y="3238351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Base de datos relacional para información estructurada y escalable.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4703" y="2565425"/>
            <a:ext cx="256952" cy="2569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44703" y="296785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Supabase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644703" y="3238351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Infraestructura lista para usar con PostgreSQL, seguridad y gestión visual.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863057"/>
            <a:ext cx="256952" cy="2569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426548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JWT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96119" y="4535984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Autenticación y autorización segura por roles.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4703" y="3863057"/>
            <a:ext cx="256952" cy="2569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44703" y="426548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VS Code + Claude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644703" y="4535984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Entorno de desarrollo y asistencia IA para resolver errores.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2941"/>
            <a:ext cx="592931" cy="131862"/>
          </a:xfrm>
          <a:prstGeom prst="roundRect">
            <a:avLst>
              <a:gd name="adj" fmla="val 745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5232" y="457498"/>
            <a:ext cx="951905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ARQUITECTURA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83704"/>
            <a:ext cx="3887242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Arquitectura General del Sistema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910828"/>
            <a:ext cx="860896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Arquitectura cliente-servidor con separación clara de responsabilidades: </a:t>
            </a:r>
            <a:pPr algn="l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React</a:t>
            </a:r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(frontend), </a:t>
            </a:r>
            <a:pPr algn="l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FastAPI</a:t>
            </a:r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(backend) y </a:t>
            </a:r>
            <a:pPr algn="l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PostgreSQL/Supabase</a:t>
            </a:r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(base de datos), comunicados mediante API REST y autenticación JWT.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1067544"/>
            <a:ext cx="8084567" cy="3486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3714" y="3892650"/>
            <a:ext cx="1892308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Respuesta UI (Back)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3085645"/>
            <a:ext cx="2128704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Validación &amp; DB (Back)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2286792"/>
            <a:ext cx="191689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Solicitud JWT (Back)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73714" y="147978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React (Front)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607049"/>
            <a:ext cx="860896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Flujo completo: el usuario interactúa con React, que envía solicitudes autenticadas con JWT a FastAPI; este valida permisos, consulta PostgreSQL vía Supabase y devuelve la respuesta para actualizar la interfaz.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629394"/>
            <a:ext cx="994693" cy="255240"/>
          </a:xfrm>
          <a:prstGeom prst="roundRect">
            <a:avLst>
              <a:gd name="adj" fmla="val 6457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78495" y="670545"/>
            <a:ext cx="1287140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BASE DE DATOS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937840"/>
            <a:ext cx="5121622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Diseño de la Base de Datos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96119" y="1420192"/>
            <a:ext cx="264199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Modelo Entidad-Relación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1834232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 diseñó un DER para representar las entidades principales y garantizar integridad referencial mediante claves primarias y foráneas.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6119" y="2466380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Tablas Principales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119" y="2880420"/>
            <a:ext cx="4722763" cy="126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Usuarios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y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Roles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acceso y permisos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Clientes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datos comerciales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Productos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y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Componentes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simples y compuestos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Stock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y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Movimientos de Stock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inventario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Pedidos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y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Detalle de Pedidos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órdenes de venta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6119" y="4297710"/>
            <a:ext cx="5179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(Mostrar diagrama de Flujo de Datos)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97434"/>
            <a:ext cx="702097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939924"/>
            <a:ext cx="98918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2053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Desarrollo Backend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76127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FastAPI organiza el backend en módulos independientes, cada uno con endpoints REST para operaciones CRUD. La API expone rutas como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/api/usuarios/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/api/clientes/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/api/productos/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/api/pedidos/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y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con validación automática de datos y documentación generada en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716039"/>
            <a:ext cx="2622724" cy="15300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3127" y="28768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Autenticación JWT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3127" y="3183359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Valida credenciales y genera token para identificar al usuario durante la sesión.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716039"/>
            <a:ext cx="2622724" cy="15300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97610" y="2876848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Módulos Escenciales del Back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97610" y="3404815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Usuarios, Clientes, Productos, Stock, Pedidos, Producción y Reportes.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716039"/>
            <a:ext cx="2622724" cy="15300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2092" y="2876848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Validaciones y Excepciones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62092" y="3404815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Control de acceso, validación de datos y respuestas ante errores.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9546"/>
            <a:ext cx="767283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462037"/>
            <a:ext cx="105437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FRONTEND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42652"/>
            <a:ext cx="40369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Desarrollo Frontend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1740"/>
            <a:ext cx="5165899" cy="24442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265488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(Imagen extraida de la web)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24339" y="1525786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React organiza la interfaz en componentes reutilizables con navegación por rutas, gestión de estados y hooks personalizados. La aplicación se comunica con el backend autenticando con JWT.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028429"/>
            <a:ext cx="24020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Módulos del 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391644"/>
            <a:ext cx="2628230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Login y Dashboard principal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Usuarios, Clientes, Productos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Stock, Pedidos, Monitor de producción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Reportes e indicadores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765795"/>
            <a:ext cx="1815405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e1e1df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81174" y="808286"/>
            <a:ext cx="210249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HERRAMIENTAS DEL SISTEMA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88901"/>
            <a:ext cx="471569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Reportes de Ventas y Clientes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96119" y="1655862"/>
            <a:ext cx="4722763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 sistema genera reportes detallados de ventas por cliente, métricas de los clientes e indicadores financieros clave que permiten a la gerencia tener una visión clara y actualizada del desempeño del negocio. Estos reportes facilitan el seguimiento de Stock recurrentemente, la identificación de clientes con mayor contribución a los ingresos, el analisis de los estados de pedido y la evaluación de resultados económicos en distintos períodos. Para la compañía metalúrgica, esta información es especialmente valiosa porque ayuda a detectar oportunidades de crecimiento, ajustar estrategias comerciales, controlar márgenes, anticipar necesidades operativas y tomar decisiones más informadas basadas en datos reales, fortaleciendo así la gestión y la planificación empresarial.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1055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Gracias por ver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366144"/>
            <a:ext cx="8151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 tienen preguntas o dudas, no duden en compartirlas. También los invitamos a probar el sitio web y explorar sus funciones.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Agradecemos especialmente cualquier crítica constructiva, ya que nos ayuda a seguir mejorando. ¡Gracias por su tiempo y por acompañarnos!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2026-06-29T22:54:51Z</dcterms:created>
  <dcterms:modified xsi:type="dcterms:W3CDTF">2026-06-29T22:54:51Z</dcterms:modified>
</cp:coreProperties>
</file>